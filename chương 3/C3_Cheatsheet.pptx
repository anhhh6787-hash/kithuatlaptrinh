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1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21285" y="1019175"/>
          <a:ext cx="3610610" cy="557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610"/>
              </a:tblGrid>
              <a:tr h="63563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Biểu thức điều kiện</a:t>
                      </a:r>
                      <a:endParaRPr lang="en-US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1595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Kết quả là True hoặc False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Toán tử so sánh: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==, !=, &gt;, &lt;, &gt;=, &lt;=</a:t>
                      </a:r>
                      <a:endParaRPr lang="en-US" altLang="en-US" sz="18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Toán tử logic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252220">
                <a:tc>
                  <a:txBody>
                    <a:bodyPr/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 để kết hợp nhiều điều kiện: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and → cả hai đúng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or → một trong hai đúng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not → phủ định</a:t>
                      </a:r>
                      <a:endParaRPr lang="en-US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9118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Câu lệnh if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383665">
                <a:tc>
                  <a:txBody>
                    <a:bodyPr/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Cấu trúc cơ bản: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Thực thi khi điều kiện đúng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2"/>
            </p:custDataLst>
          </p:nvPr>
        </p:nvGraphicFramePr>
        <p:xfrm>
          <a:off x="3954780" y="1019175"/>
          <a:ext cx="3724910" cy="5583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4910"/>
              </a:tblGrid>
              <a:tr h="62230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Câu lệnh if-else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65544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 khi có hai khả năng: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2197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Câu lệnh if-elif-else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2783840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 cho nhiều trường hợp: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3"/>
            </p:custDataLst>
          </p:nvPr>
        </p:nvGraphicFramePr>
        <p:xfrm>
          <a:off x="7902575" y="1019175"/>
          <a:ext cx="4184650" cy="5581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650"/>
              </a:tblGrid>
              <a:tr h="5981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sym typeface="+mn-ea"/>
                        </a:rPr>
                        <a:t>Câu lệnh chồng lên nhau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991235">
                <a:tc>
                  <a:txBody>
                    <a:bodyPr/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sym typeface="+mn-ea"/>
                        </a:rPr>
                        <a:t>Đặt if bên trong if khác</a:t>
                      </a:r>
                      <a:endParaRPr lang="vi-VN" altLang="en-US" sz="18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sym typeface="+mn-ea"/>
                        </a:rPr>
                        <a:t>dễ đọc hơn nếu chuyển sang dùng elif khi có thể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Câu lệnh try/except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791335">
                <a:tc>
                  <a:txBody>
                    <a:bodyPr/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 để bắt lỗi nhập sai hoặc xử lý ngoại lệ: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0673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Gỡ lỗi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138555">
                <a:tc>
                  <a:txBody>
                    <a:bodyPr/>
                    <a:p>
                      <a:pPr algn="ctr"/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Kiểm tra kỹ điều kiện (== </a:t>
                      </a: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vs</a:t>
                      </a: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=)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Thêm print() để theo dõi luồng điều khiển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Sử dụng từng bước nhỏ để xác minh </a:t>
                      </a: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lo</a:t>
                      </a: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gic</a:t>
                      </a:r>
                      <a:endParaRPr lang="en-US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048000" y="317500"/>
            <a:ext cx="6096635" cy="701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8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Conditional Execution</a:t>
            </a:r>
            <a:endParaRPr lang="en-US" altLang="en-US" sz="2800" b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" y="5561965"/>
            <a:ext cx="2409825" cy="5048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935" y="2091690"/>
            <a:ext cx="2514600" cy="1028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498340"/>
            <a:ext cx="2952750" cy="14668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3792855"/>
            <a:ext cx="3328670" cy="10382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4*391"/>
  <p:tag name="TABLE_ENDDRAG_RECT" val="18*98*284*391"/>
</p:tagLst>
</file>

<file path=ppt/tags/tag2.xml><?xml version="1.0" encoding="utf-8"?>
<p:tagLst xmlns:p="http://schemas.openxmlformats.org/presentationml/2006/main">
  <p:tag name="TABLE_ENDDRAG_ORIGIN_RECT" val="284*375"/>
  <p:tag name="TABLE_ENDDRAG_RECT" val="337*98*284*375"/>
</p:tagLst>
</file>

<file path=ppt/tags/tag3.xml><?xml version="1.0" encoding="utf-8"?>
<p:tagLst xmlns:p="http://schemas.openxmlformats.org/presentationml/2006/main">
  <p:tag name="TABLE_ENDDRAG_ORIGIN_RECT" val="284*391"/>
  <p:tag name="TABLE_ENDDRAG_RECT" val="656*98*284*3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WPS Presentation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LOQ</dc:creator>
  <cp:lastModifiedBy>Trịnh Gia Bảo</cp:lastModifiedBy>
  <cp:revision>3</cp:revision>
  <dcterms:created xsi:type="dcterms:W3CDTF">2025-07-23T00:59:00Z</dcterms:created>
  <dcterms:modified xsi:type="dcterms:W3CDTF">2025-11-18T09:51:44Z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8BCC732AD9B0477BB10DD5AAB125EF0B_11</vt:lpwstr>
  </property>
  <property fmtid="{D5CDD505-2E9C-101B-9397-08002B2CF9AE}" pid="3" name="KSOProductBuildVer">
    <vt:lpwstr>1033-12.2.0.23155</vt:lpwstr>
  </property>
</Properties>
</file>