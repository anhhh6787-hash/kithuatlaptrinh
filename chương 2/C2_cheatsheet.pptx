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49d07e9-9bae-4dd9-b6b8-134e806a2342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2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Text Box 16"/>
          <p:cNvSpPr txBox="1"/>
          <p:nvPr/>
        </p:nvSpPr>
        <p:spPr>
          <a:xfrm>
            <a:off x="2924175" y="407670"/>
            <a:ext cx="6343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28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Variables, Expressions and Statements</a:t>
            </a:r>
            <a:endParaRPr lang="vi-VN" altLang="en-US" sz="2800" b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240030" y="1252855"/>
          <a:ext cx="3610610" cy="497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610"/>
              </a:tblGrid>
              <a:tr h="63563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Value &amp; Type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159510">
                <a:tc>
                  <a:txBody>
                    <a:bodyPr/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Dữ liệu cơ bản: số, chuỗi, ký tự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Kiểu dữ liệu: int, float, str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Kiểm tra kiểu: type(x)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50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Variable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920115">
                <a:tc>
                  <a:txBody>
                    <a:bodyPr/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Đại diện cho giá trị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Gán giá trị =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9118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Tên biến &amp; từ khóa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113790">
                <a:tc>
                  <a:txBody>
                    <a:bodyPr/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Tên biến không bắt đầu bằng số, không chứa ký tự đặc biệt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Có 33 keywords (and, if, for,...)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>
            <p:custDataLst>
              <p:tags r:id="rId2"/>
            </p:custDataLst>
          </p:nvPr>
        </p:nvGraphicFramePr>
        <p:xfrm>
          <a:off x="4290060" y="1252855"/>
          <a:ext cx="3610610" cy="4970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610"/>
              </a:tblGrid>
              <a:tr h="55562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Operators &amp; Operands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380490">
                <a:tc>
                  <a:txBody>
                    <a:bodyPr/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Toán tử: +, -, *, /,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%(chia lấy dư), //(chia lấy nguyên), **(lũy thừa)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Operand = giá trị bị tác động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9339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Expression &amp; Order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082675">
                <a:tc>
                  <a:txBody>
                    <a:bodyPr/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Biểu thức = tổ hợp toán tử, biến, giá trị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Quy tắc ưu tiên: PEMDAS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2578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Statement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932180">
                <a:tc>
                  <a:txBody>
                    <a:bodyPr/>
                    <a:p>
                      <a:pPr>
                        <a:buNone/>
                      </a:pPr>
                      <a:r>
                        <a:rPr lang="vi-VN" altLang="en-US" sz="18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Lệnh python được thực thi (VD: </a:t>
                      </a: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print(x) )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>
            <p:custDataLst>
              <p:tags r:id="rId3"/>
            </p:custDataLst>
          </p:nvPr>
        </p:nvGraphicFramePr>
        <p:xfrm>
          <a:off x="8340090" y="1252855"/>
          <a:ext cx="3610610" cy="4970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610"/>
              </a:tblGrid>
              <a:tr h="5981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Modulus &amp; String</a:t>
                      </a:r>
                      <a:endParaRPr lang="vi-VN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848360">
                <a:tc>
                  <a:txBody>
                    <a:bodyPr/>
                    <a:p>
                      <a:pPr algn="ctr"/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% trả phần dư</a:t>
                      </a:r>
                      <a:endParaRPr lang="vi-VN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Chuỗi: + nối, * lặp</a:t>
                      </a:r>
                      <a:endParaRPr lang="vi-VN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5499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Input &amp; Comments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847725">
                <a:tc>
                  <a:txBody>
                    <a:bodyPr/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Nhập dữ liệu từ bàn phím:input()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Ghi chú: #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63436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Debugging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486535">
                <a:tc>
                  <a:txBody>
                    <a:bodyPr/>
                    <a:p>
                      <a:pPr>
                        <a:buNone/>
                      </a:pPr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Lỗi </a:t>
                      </a: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thường gặp: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+ tên biến sai hoặc chưa gán giá trị.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+sai thứ tự phép toán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+quên dấu ngoặc hoặc dấu nháy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84*391"/>
  <p:tag name="TABLE_ENDDRAG_RECT" val="18*98*284*391"/>
</p:tagLst>
</file>

<file path=ppt/tags/tag2.xml><?xml version="1.0" encoding="utf-8"?>
<p:tagLst xmlns:p="http://schemas.openxmlformats.org/presentationml/2006/main">
  <p:tag name="TABLE_ENDDRAG_ORIGIN_RECT" val="284*391"/>
  <p:tag name="TABLE_ENDDRAG_RECT" val="337*98*284*391"/>
</p:tagLst>
</file>

<file path=ppt/tags/tag3.xml><?xml version="1.0" encoding="utf-8"?>
<p:tagLst xmlns:p="http://schemas.openxmlformats.org/presentationml/2006/main">
  <p:tag name="TABLE_ENDDRAG_ORIGIN_RECT" val="284*391"/>
  <p:tag name="TABLE_ENDDRAG_RECT" val="656*98*284*39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</Words>
  <Application>WPS Presentation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LOQ</dc:creator>
  <cp:lastModifiedBy>Trịnh Gia Bảo</cp:lastModifiedBy>
  <cp:revision>3</cp:revision>
  <dcterms:created xsi:type="dcterms:W3CDTF">2025-07-23T00:59:00Z</dcterms:created>
  <dcterms:modified xsi:type="dcterms:W3CDTF">2025-11-18T09:18:37Z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581E397E1794477DBC98DC2297909E28_11</vt:lpwstr>
  </property>
  <property fmtid="{D5CDD505-2E9C-101B-9397-08002B2CF9AE}" pid="3" name="KSOProductBuildVer">
    <vt:lpwstr>1033-12.2.0.23155</vt:lpwstr>
  </property>
</Properties>
</file>